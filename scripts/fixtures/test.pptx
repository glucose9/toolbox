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바로킷 PPTX 테스트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첫 번째 슬라이드 본문 텍스트입니다. First slide body.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Slide 2 — 두 번째 슬라이드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항목 하나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항목 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Item three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2026-08-07T04:24:32Z</dcterms:created>
  <dcterms:modified xsi:type="dcterms:W3CDTF">2026-08-07T04:24:32Z</dcterms:modified>
</cp:coreProperties>
</file>